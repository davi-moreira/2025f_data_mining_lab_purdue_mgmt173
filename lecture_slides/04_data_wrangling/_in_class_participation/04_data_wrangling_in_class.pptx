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3" r:id="rId4"/>
    <p:sldId id="279" r:id="rId5"/>
    <p:sldId id="280" r:id="rId6"/>
    <p:sldId id="278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12"/>
    <p:restoredTop sz="94719"/>
  </p:normalViewPr>
  <p:slideViewPr>
    <p:cSldViewPr snapToGrid="0">
      <p:cViewPr varScale="1">
        <p:scale>
          <a:sx n="152" d="100"/>
          <a:sy n="152" d="100"/>
        </p:scale>
        <p:origin x="1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DBBC7D-E1E7-4B71-A7C3-265DDC20374B}">
      <dgm:prSet/>
      <dgm:spPr/>
      <dgm:t>
        <a:bodyPr/>
        <a:lstStyle/>
        <a:p>
          <a:r>
            <a:rPr lang="en-US"/>
            <a:t>Attendance Check-in: IClicker</a:t>
          </a:r>
        </a:p>
      </dgm:t>
    </dgm:pt>
    <dgm:pt modelId="{BFA37E97-64B2-428D-BC31-19008903C181}" type="parTrans" cxnId="{083F2B40-0E34-4CB0-BD22-5FD0C8E6D6E9}">
      <dgm:prSet/>
      <dgm:spPr/>
      <dgm:t>
        <a:bodyPr/>
        <a:lstStyle/>
        <a:p>
          <a:endParaRPr lang="en-US"/>
        </a:p>
      </dgm:t>
    </dgm:pt>
    <dgm:pt modelId="{9BCE46AD-8422-4840-8CE8-4DEFAEE5C0A7}" type="sibTrans" cxnId="{083F2B40-0E34-4CB0-BD22-5FD0C8E6D6E9}">
      <dgm:prSet/>
      <dgm:spPr/>
      <dgm:t>
        <a:bodyPr/>
        <a:lstStyle/>
        <a:p>
          <a:endParaRPr lang="en-US"/>
        </a:p>
      </dgm:t>
    </dgm:pt>
    <dgm:pt modelId="{9BF70F77-5F88-4AE3-8860-4CF94D081076}">
      <dgm:prSet/>
      <dgm:spPr/>
      <dgm:t>
        <a:bodyPr/>
        <a:lstStyle/>
        <a:p>
          <a:r>
            <a:rPr lang="en-US" dirty="0"/>
            <a:t>Open the course Brightspace page</a:t>
          </a:r>
        </a:p>
      </dgm:t>
    </dgm:pt>
    <dgm:pt modelId="{468ABCFD-0F64-4F0D-A517-704C930A2098}" type="parTrans" cxnId="{AFE7E7E3-97B2-440A-8697-59CB82B1D5C3}">
      <dgm:prSet/>
      <dgm:spPr/>
      <dgm:t>
        <a:bodyPr/>
        <a:lstStyle/>
        <a:p>
          <a:endParaRPr lang="en-US"/>
        </a:p>
      </dgm:t>
    </dgm:pt>
    <dgm:pt modelId="{0E50FB3B-664D-429A-96FB-81BDE8B05AB4}" type="sibTrans" cxnId="{AFE7E7E3-97B2-440A-8697-59CB82B1D5C3}">
      <dgm:prSet/>
      <dgm:spPr/>
      <dgm:t>
        <a:bodyPr/>
        <a:lstStyle/>
        <a:p>
          <a:endParaRPr lang="en-US"/>
        </a:p>
      </dgm:t>
    </dgm:pt>
    <dgm:pt modelId="{6EDB70FA-7237-4BFC-A2AB-E33DBF360290}">
      <dgm:prSet/>
      <dgm:spPr/>
      <dgm:t>
        <a:bodyPr/>
        <a:lstStyle/>
        <a:p>
          <a:r>
            <a:rPr lang="en-US"/>
            <a:t>Open the lecture slides</a:t>
          </a:r>
        </a:p>
      </dgm:t>
    </dgm:pt>
    <dgm:pt modelId="{E3DB23F9-EBBF-4936-9941-250323B2A690}" type="parTrans" cxnId="{CE483106-7FCD-4B31-A3E0-6A74289A2B5B}">
      <dgm:prSet/>
      <dgm:spPr/>
      <dgm:t>
        <a:bodyPr/>
        <a:lstStyle/>
        <a:p>
          <a:endParaRPr lang="en-US"/>
        </a:p>
      </dgm:t>
    </dgm:pt>
    <dgm:pt modelId="{CE75A0BD-0B14-4EA1-BB53-BABC76247BD4}" type="sibTrans" cxnId="{CE483106-7FCD-4B31-A3E0-6A74289A2B5B}">
      <dgm:prSet/>
      <dgm:spPr/>
      <dgm:t>
        <a:bodyPr/>
        <a:lstStyle/>
        <a:p>
          <a:endParaRPr lang="en-US"/>
        </a:p>
      </dgm:t>
    </dgm:pt>
    <dgm:pt modelId="{4552EFAD-76C0-4F8E-A171-AF84E38D4B43}">
      <dgm:prSet/>
      <dgm:spPr/>
      <dgm:t>
        <a:bodyPr/>
        <a:lstStyle/>
        <a:p>
          <a:r>
            <a:rPr lang="en-US"/>
            <a:t>Open Microsoft Copilot</a:t>
          </a:r>
        </a:p>
      </dgm:t>
    </dgm:pt>
    <dgm:pt modelId="{6E15F3BD-A373-489A-B490-5A3315093F16}" type="parTrans" cxnId="{7F7D6C93-5BAA-4C4C-B81A-D823106783A9}">
      <dgm:prSet/>
      <dgm:spPr/>
      <dgm:t>
        <a:bodyPr/>
        <a:lstStyle/>
        <a:p>
          <a:endParaRPr lang="en-US"/>
        </a:p>
      </dgm:t>
    </dgm:pt>
    <dgm:pt modelId="{4075B39B-662C-4655-8F10-B35F4F776ACC}" type="sibTrans" cxnId="{7F7D6C93-5BAA-4C4C-B81A-D823106783A9}">
      <dgm:prSet/>
      <dgm:spPr/>
      <dgm:t>
        <a:bodyPr/>
        <a:lstStyle/>
        <a:p>
          <a:endParaRPr lang="en-US"/>
        </a:p>
      </dgm:t>
    </dgm:pt>
    <dgm:pt modelId="{2E7D55E3-F904-4ECA-A2B8-859EA788235B}">
      <dgm:prSet/>
      <dgm:spPr/>
      <dgm:t>
        <a:bodyPr/>
        <a:lstStyle/>
        <a:p>
          <a:r>
            <a:rPr lang="en-US" dirty="0"/>
            <a:t>Open RStudio</a:t>
          </a:r>
        </a:p>
      </dgm:t>
    </dgm:pt>
    <dgm:pt modelId="{6890512C-0A45-4E01-86C6-BEB474A724F8}" type="parTrans" cxnId="{81C77934-C6F4-4525-891F-572C20219A39}">
      <dgm:prSet/>
      <dgm:spPr/>
      <dgm:t>
        <a:bodyPr/>
        <a:lstStyle/>
        <a:p>
          <a:endParaRPr lang="en-US"/>
        </a:p>
      </dgm:t>
    </dgm:pt>
    <dgm:pt modelId="{ECF87743-ECD2-431E-8137-F39E47A2A7E8}" type="sibTrans" cxnId="{81C77934-C6F4-4525-891F-572C20219A39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168C5A18-92F2-2645-AB50-3BC4FCD81066}" type="pres">
      <dgm:prSet presAssocID="{76DBBC7D-E1E7-4B71-A7C3-265DDC20374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4813C8-DB80-184C-B833-59C3048FF004}" type="pres">
      <dgm:prSet presAssocID="{9BCE46AD-8422-4840-8CE8-4DEFAEE5C0A7}" presName="spacer" presStyleCnt="0"/>
      <dgm:spPr/>
    </dgm:pt>
    <dgm:pt modelId="{497D699D-9713-D246-9FDF-224CAEBC26E3}" type="pres">
      <dgm:prSet presAssocID="{9BF70F77-5F88-4AE3-8860-4CF94D0810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E56060-4F08-F740-80B2-73E1487B13F5}" type="pres">
      <dgm:prSet presAssocID="{0E50FB3B-664D-429A-96FB-81BDE8B05AB4}" presName="spacer" presStyleCnt="0"/>
      <dgm:spPr/>
    </dgm:pt>
    <dgm:pt modelId="{E3E10C9D-7E9F-5949-A600-01ED2C3F018E}" type="pres">
      <dgm:prSet presAssocID="{6EDB70FA-7237-4BFC-A2AB-E33DBF36029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245012-A85C-B24D-8B50-97DA0E4353FF}" type="pres">
      <dgm:prSet presAssocID="{CE75A0BD-0B14-4EA1-BB53-BABC76247BD4}" presName="spacer" presStyleCnt="0"/>
      <dgm:spPr/>
    </dgm:pt>
    <dgm:pt modelId="{C9633B71-F716-1B44-BA98-CDBA137E3BC7}" type="pres">
      <dgm:prSet presAssocID="{4552EFAD-76C0-4F8E-A171-AF84E38D4B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F3E7A70-56AE-A441-98F6-3DC835C0883F}" type="pres">
      <dgm:prSet presAssocID="{4075B39B-662C-4655-8F10-B35F4F776ACC}" presName="spacer" presStyleCnt="0"/>
      <dgm:spPr/>
    </dgm:pt>
    <dgm:pt modelId="{5D9419C7-0647-EE46-92AF-6E0855028BF6}" type="pres">
      <dgm:prSet presAssocID="{2E7D55E3-F904-4ECA-A2B8-859EA788235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E483106-7FCD-4B31-A3E0-6A74289A2B5B}" srcId="{E08EDB5E-AAA1-4F3E-A3E6-F453D5CD970A}" destId="{6EDB70FA-7237-4BFC-A2AB-E33DBF360290}" srcOrd="2" destOrd="0" parTransId="{E3DB23F9-EBBF-4936-9941-250323B2A690}" sibTransId="{CE75A0BD-0B14-4EA1-BB53-BABC76247BD4}"/>
    <dgm:cxn modelId="{81C77934-C6F4-4525-891F-572C20219A39}" srcId="{E08EDB5E-AAA1-4F3E-A3E6-F453D5CD970A}" destId="{2E7D55E3-F904-4ECA-A2B8-859EA788235B}" srcOrd="4" destOrd="0" parTransId="{6890512C-0A45-4E01-86C6-BEB474A724F8}" sibTransId="{ECF87743-ECD2-431E-8137-F39E47A2A7E8}"/>
    <dgm:cxn modelId="{083F2B40-0E34-4CB0-BD22-5FD0C8E6D6E9}" srcId="{E08EDB5E-AAA1-4F3E-A3E6-F453D5CD970A}" destId="{76DBBC7D-E1E7-4B71-A7C3-265DDC20374B}" srcOrd="0" destOrd="0" parTransId="{BFA37E97-64B2-428D-BC31-19008903C181}" sibTransId="{9BCE46AD-8422-4840-8CE8-4DEFAEE5C0A7}"/>
    <dgm:cxn modelId="{F2753872-77BA-D94B-80DE-FF1328F7C367}" type="presOf" srcId="{6EDB70FA-7237-4BFC-A2AB-E33DBF360290}" destId="{E3E10C9D-7E9F-5949-A600-01ED2C3F018E}" srcOrd="0" destOrd="0" presId="urn:microsoft.com/office/officeart/2005/8/layout/vList2"/>
    <dgm:cxn modelId="{7F7D6C93-5BAA-4C4C-B81A-D823106783A9}" srcId="{E08EDB5E-AAA1-4F3E-A3E6-F453D5CD970A}" destId="{4552EFAD-76C0-4F8E-A171-AF84E38D4B43}" srcOrd="3" destOrd="0" parTransId="{6E15F3BD-A373-489A-B490-5A3315093F16}" sibTransId="{4075B39B-662C-4655-8F10-B35F4F776ACC}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A63F51B7-C680-8443-BF01-8A81517E8D81}" type="presOf" srcId="{9BF70F77-5F88-4AE3-8860-4CF94D081076}" destId="{497D699D-9713-D246-9FDF-224CAEBC26E3}" srcOrd="0" destOrd="0" presId="urn:microsoft.com/office/officeart/2005/8/layout/vList2"/>
    <dgm:cxn modelId="{7DB2DBB9-421D-D848-9104-965108FB7F5A}" type="presOf" srcId="{76DBBC7D-E1E7-4B71-A7C3-265DDC20374B}" destId="{168C5A18-92F2-2645-AB50-3BC4FCD81066}" srcOrd="0" destOrd="0" presId="urn:microsoft.com/office/officeart/2005/8/layout/vList2"/>
    <dgm:cxn modelId="{1C377CDB-9918-6545-AA3F-51CF21EAE5DA}" type="presOf" srcId="{2E7D55E3-F904-4ECA-A2B8-859EA788235B}" destId="{5D9419C7-0647-EE46-92AF-6E0855028BF6}" srcOrd="0" destOrd="0" presId="urn:microsoft.com/office/officeart/2005/8/layout/vList2"/>
    <dgm:cxn modelId="{AFE7E7E3-97B2-440A-8697-59CB82B1D5C3}" srcId="{E08EDB5E-AAA1-4F3E-A3E6-F453D5CD970A}" destId="{9BF70F77-5F88-4AE3-8860-4CF94D081076}" srcOrd="1" destOrd="0" parTransId="{468ABCFD-0F64-4F0D-A517-704C930A2098}" sibTransId="{0E50FB3B-664D-429A-96FB-81BDE8B05AB4}"/>
    <dgm:cxn modelId="{823086F1-77DE-ED4E-B0E3-DE0F7A4E7CA3}" type="presOf" srcId="{4552EFAD-76C0-4F8E-A171-AF84E38D4B43}" destId="{C9633B71-F716-1B44-BA98-CDBA137E3BC7}" srcOrd="0" destOrd="0" presId="urn:microsoft.com/office/officeart/2005/8/layout/vList2"/>
    <dgm:cxn modelId="{0101ABEF-4E75-FF4A-A212-36C7E7829E01}" type="presParOf" srcId="{F5536C58-2C85-9E4B-BC1B-C093471E7EC3}" destId="{168C5A18-92F2-2645-AB50-3BC4FCD81066}" srcOrd="0" destOrd="0" presId="urn:microsoft.com/office/officeart/2005/8/layout/vList2"/>
    <dgm:cxn modelId="{D27D8CED-2E80-4A4B-B9B6-86A9710D3A58}" type="presParOf" srcId="{F5536C58-2C85-9E4B-BC1B-C093471E7EC3}" destId="{DC4813C8-DB80-184C-B833-59C3048FF004}" srcOrd="1" destOrd="0" presId="urn:microsoft.com/office/officeart/2005/8/layout/vList2"/>
    <dgm:cxn modelId="{3AF373EC-AF9A-644A-9367-6B5659D90559}" type="presParOf" srcId="{F5536C58-2C85-9E4B-BC1B-C093471E7EC3}" destId="{497D699D-9713-D246-9FDF-224CAEBC26E3}" srcOrd="2" destOrd="0" presId="urn:microsoft.com/office/officeart/2005/8/layout/vList2"/>
    <dgm:cxn modelId="{0CA7D8CA-2720-2045-8422-97AE74859A12}" type="presParOf" srcId="{F5536C58-2C85-9E4B-BC1B-C093471E7EC3}" destId="{69E56060-4F08-F740-80B2-73E1487B13F5}" srcOrd="3" destOrd="0" presId="urn:microsoft.com/office/officeart/2005/8/layout/vList2"/>
    <dgm:cxn modelId="{828215D1-AF3D-C648-A117-C2F638226F2D}" type="presParOf" srcId="{F5536C58-2C85-9E4B-BC1B-C093471E7EC3}" destId="{E3E10C9D-7E9F-5949-A600-01ED2C3F018E}" srcOrd="4" destOrd="0" presId="urn:microsoft.com/office/officeart/2005/8/layout/vList2"/>
    <dgm:cxn modelId="{CAF68CA5-CF7F-EB44-8E94-C5BCB6E3AC82}" type="presParOf" srcId="{F5536C58-2C85-9E4B-BC1B-C093471E7EC3}" destId="{14245012-A85C-B24D-8B50-97DA0E4353FF}" srcOrd="5" destOrd="0" presId="urn:microsoft.com/office/officeart/2005/8/layout/vList2"/>
    <dgm:cxn modelId="{CD6540F6-75C1-354F-ADEF-078BA83A25BB}" type="presParOf" srcId="{F5536C58-2C85-9E4B-BC1B-C093471E7EC3}" destId="{C9633B71-F716-1B44-BA98-CDBA137E3BC7}" srcOrd="6" destOrd="0" presId="urn:microsoft.com/office/officeart/2005/8/layout/vList2"/>
    <dgm:cxn modelId="{02441947-9323-A24A-8631-A293A9489BF0}" type="presParOf" srcId="{F5536C58-2C85-9E4B-BC1B-C093471E7EC3}" destId="{3F3E7A70-56AE-A441-98F6-3DC835C0883F}" srcOrd="7" destOrd="0" presId="urn:microsoft.com/office/officeart/2005/8/layout/vList2"/>
    <dgm:cxn modelId="{193CD0A3-5EA5-154D-B661-89F4A2783CFB}" type="presParOf" srcId="{F5536C58-2C85-9E4B-BC1B-C093471E7EC3}" destId="{5D9419C7-0647-EE46-92AF-6E0855028BF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EFE934B-AE6D-B141-A510-1ABF1D8ACD11}">
      <dgm:prSet/>
      <dgm:spPr/>
      <dgm:t>
        <a:bodyPr/>
        <a:lstStyle/>
        <a:p>
          <a:r>
            <a:rPr lang="en-US" dirty="0"/>
            <a:t>Submit the next quiz – and the previous one if you didn’t and still have time.</a:t>
          </a:r>
        </a:p>
      </dgm:t>
    </dgm:pt>
    <dgm:pt modelId="{CCF0FD35-90F5-FC4C-9545-DA937473C46F}" type="parTrans" cxnId="{33BDCAE5-2195-584A-801D-49B56455F99B}">
      <dgm:prSet/>
      <dgm:spPr/>
      <dgm:t>
        <a:bodyPr/>
        <a:lstStyle/>
        <a:p>
          <a:endParaRPr lang="en-US"/>
        </a:p>
      </dgm:t>
    </dgm:pt>
    <dgm:pt modelId="{8595045C-4363-DF46-9F4B-1DC27CE2B6CC}" type="sibTrans" cxnId="{33BDCAE5-2195-584A-801D-49B56455F99B}">
      <dgm:prSet/>
      <dgm:spPr/>
      <dgm:t>
        <a:bodyPr/>
        <a:lstStyle/>
        <a:p>
          <a:endParaRPr lang="en-US"/>
        </a:p>
      </dgm:t>
    </dgm:pt>
    <dgm:pt modelId="{1DA43BD7-C736-4E4A-880E-478BA16C8EF2}">
      <dgm:prSet/>
      <dgm:spPr/>
      <dgm:t>
        <a:bodyPr/>
        <a:lstStyle/>
        <a:p>
          <a:r>
            <a:rPr lang="en-US" dirty="0"/>
            <a:t>Submit the homework , if available.</a:t>
          </a:r>
        </a:p>
      </dgm:t>
    </dgm:pt>
    <dgm:pt modelId="{AC92C09C-ADE9-C04C-A6BD-41FF5D3CD0EE}" type="parTrans" cxnId="{5328F75E-E504-E849-B0D7-1440A93CFA41}">
      <dgm:prSet/>
      <dgm:spPr/>
      <dgm:t>
        <a:bodyPr/>
        <a:lstStyle/>
        <a:p>
          <a:endParaRPr lang="en-US"/>
        </a:p>
      </dgm:t>
    </dgm:pt>
    <dgm:pt modelId="{F1B9A801-BEB8-F845-8090-C4A111B969AA}" type="sibTrans" cxnId="{5328F75E-E504-E849-B0D7-1440A93CFA41}">
      <dgm:prSet/>
      <dgm:spPr/>
      <dgm:t>
        <a:bodyPr/>
        <a:lstStyle/>
        <a:p>
          <a:endParaRPr lang="en-US"/>
        </a:p>
      </dgm:t>
    </dgm:pt>
    <dgm:pt modelId="{C1060659-A548-D944-80E0-F95D8312D079}">
      <dgm:prSet/>
      <dgm:spPr/>
      <dgm:t>
        <a:bodyPr/>
        <a:lstStyle/>
        <a:p>
          <a:r>
            <a:rPr lang="en-US" dirty="0"/>
            <a:t>Listen to the podcast (before the beginning of each topic).</a:t>
          </a:r>
        </a:p>
      </dgm:t>
    </dgm:pt>
    <dgm:pt modelId="{E16E8509-700F-B840-B470-8DDE35ABFEED}" type="parTrans" cxnId="{4BA6080B-4DAF-4347-A011-30B83FD23C3B}">
      <dgm:prSet/>
      <dgm:spPr/>
      <dgm:t>
        <a:bodyPr/>
        <a:lstStyle/>
        <a:p>
          <a:endParaRPr lang="en-US"/>
        </a:p>
      </dgm:t>
    </dgm:pt>
    <dgm:pt modelId="{251F7F4A-3881-F149-8FB5-025F15066DBF}" type="sibTrans" cxnId="{4BA6080B-4DAF-4347-A011-30B83FD23C3B}">
      <dgm:prSet/>
      <dgm:spPr/>
      <dgm:t>
        <a:bodyPr/>
        <a:lstStyle/>
        <a:p>
          <a:endParaRPr lang="en-US"/>
        </a:p>
      </dgm:t>
    </dgm:pt>
    <dgm:pt modelId="{965647FE-D9EA-764F-9DEA-7648AB7BBDDB}">
      <dgm:prSet/>
      <dgm:spPr/>
      <dgm:t>
        <a:bodyPr/>
        <a:lstStyle/>
        <a:p>
          <a:r>
            <a:rPr lang="en-US"/>
            <a:t>Check the lecture slides (before the beginning of each topic)</a:t>
          </a:r>
          <a:endParaRPr lang="en-US" dirty="0"/>
        </a:p>
      </dgm:t>
    </dgm:pt>
    <dgm:pt modelId="{2EAA525F-CCCE-B24B-B125-439BCC77BA7D}" type="parTrans" cxnId="{038064E8-C0DE-0349-88D6-33BBE8D91A5B}">
      <dgm:prSet/>
      <dgm:spPr/>
      <dgm:t>
        <a:bodyPr/>
        <a:lstStyle/>
        <a:p>
          <a:endParaRPr lang="en-US"/>
        </a:p>
      </dgm:t>
    </dgm:pt>
    <dgm:pt modelId="{1E81AF20-1608-1044-8F60-26C3BAC8D3AE}" type="sibTrans" cxnId="{038064E8-C0DE-0349-88D6-33BBE8D91A5B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957E62A4-CDD9-A04E-AC78-1C2963A45315}" type="pres">
      <dgm:prSet presAssocID="{FEFE934B-AE6D-B141-A510-1ABF1D8ACD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367BDB-ED6C-404E-82B1-48A75CB727E7}" type="pres">
      <dgm:prSet presAssocID="{8595045C-4363-DF46-9F4B-1DC27CE2B6CC}" presName="spacer" presStyleCnt="0"/>
      <dgm:spPr/>
    </dgm:pt>
    <dgm:pt modelId="{E580E95C-0FBC-C643-80B2-81A16517AFF8}" type="pres">
      <dgm:prSet presAssocID="{1DA43BD7-C736-4E4A-880E-478BA16C8E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041C2F-FD00-9E42-A6E3-DA43442BFD6E}" type="pres">
      <dgm:prSet presAssocID="{F1B9A801-BEB8-F845-8090-C4A111B969AA}" presName="spacer" presStyleCnt="0"/>
      <dgm:spPr/>
    </dgm:pt>
    <dgm:pt modelId="{5661F8B8-4A0D-D242-88A6-1AF8B067924F}" type="pres">
      <dgm:prSet presAssocID="{C1060659-A548-D944-80E0-F95D8312D0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A1D28B-801A-2C40-9FEE-85E1E643D599}" type="pres">
      <dgm:prSet presAssocID="{251F7F4A-3881-F149-8FB5-025F15066DBF}" presName="spacer" presStyleCnt="0"/>
      <dgm:spPr/>
    </dgm:pt>
    <dgm:pt modelId="{863786F5-84D9-404F-8467-6F25F0C532F9}" type="pres">
      <dgm:prSet presAssocID="{965647FE-D9EA-764F-9DEA-7648AB7BBD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A6080B-4DAF-4347-A011-30B83FD23C3B}" srcId="{E08EDB5E-AAA1-4F3E-A3E6-F453D5CD970A}" destId="{C1060659-A548-D944-80E0-F95D8312D079}" srcOrd="2" destOrd="0" parTransId="{E16E8509-700F-B840-B470-8DDE35ABFEED}" sibTransId="{251F7F4A-3881-F149-8FB5-025F15066DBF}"/>
    <dgm:cxn modelId="{BE2E7E14-E615-0C4A-BBBE-DB3AE4E36030}" type="presOf" srcId="{1DA43BD7-C736-4E4A-880E-478BA16C8EF2}" destId="{E580E95C-0FBC-C643-80B2-81A16517AFF8}" srcOrd="0" destOrd="0" presId="urn:microsoft.com/office/officeart/2005/8/layout/vList2"/>
    <dgm:cxn modelId="{3B6B4658-820C-704B-BC24-E271E60B4F39}" type="presOf" srcId="{C1060659-A548-D944-80E0-F95D8312D079}" destId="{5661F8B8-4A0D-D242-88A6-1AF8B067924F}" srcOrd="0" destOrd="0" presId="urn:microsoft.com/office/officeart/2005/8/layout/vList2"/>
    <dgm:cxn modelId="{5328F75E-E504-E849-B0D7-1440A93CFA41}" srcId="{E08EDB5E-AAA1-4F3E-A3E6-F453D5CD970A}" destId="{1DA43BD7-C736-4E4A-880E-478BA16C8EF2}" srcOrd="1" destOrd="0" parTransId="{AC92C09C-ADE9-C04C-A6BD-41FF5D3CD0EE}" sibTransId="{F1B9A801-BEB8-F845-8090-C4A111B969AA}"/>
    <dgm:cxn modelId="{DBF53966-F6B7-8E4B-9857-2B079142C606}" type="presOf" srcId="{FEFE934B-AE6D-B141-A510-1ABF1D8ACD11}" destId="{957E62A4-CDD9-A04E-AC78-1C2963A45315}" srcOrd="0" destOrd="0" presId="urn:microsoft.com/office/officeart/2005/8/layout/vList2"/>
    <dgm:cxn modelId="{FF3CCFAA-088E-E740-86E8-FAA714558A64}" type="presOf" srcId="{965647FE-D9EA-764F-9DEA-7648AB7BBDDB}" destId="{863786F5-84D9-404F-8467-6F25F0C532F9}" srcOrd="0" destOrd="0" presId="urn:microsoft.com/office/officeart/2005/8/layout/vList2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33BDCAE5-2195-584A-801D-49B56455F99B}" srcId="{E08EDB5E-AAA1-4F3E-A3E6-F453D5CD970A}" destId="{FEFE934B-AE6D-B141-A510-1ABF1D8ACD11}" srcOrd="0" destOrd="0" parTransId="{CCF0FD35-90F5-FC4C-9545-DA937473C46F}" sibTransId="{8595045C-4363-DF46-9F4B-1DC27CE2B6CC}"/>
    <dgm:cxn modelId="{038064E8-C0DE-0349-88D6-33BBE8D91A5B}" srcId="{E08EDB5E-AAA1-4F3E-A3E6-F453D5CD970A}" destId="{965647FE-D9EA-764F-9DEA-7648AB7BBDDB}" srcOrd="3" destOrd="0" parTransId="{2EAA525F-CCCE-B24B-B125-439BCC77BA7D}" sibTransId="{1E81AF20-1608-1044-8F60-26C3BAC8D3AE}"/>
    <dgm:cxn modelId="{0AA08EC4-B294-0945-8D75-DA9F47A136A6}" type="presParOf" srcId="{F5536C58-2C85-9E4B-BC1B-C093471E7EC3}" destId="{957E62A4-CDD9-A04E-AC78-1C2963A45315}" srcOrd="0" destOrd="0" presId="urn:microsoft.com/office/officeart/2005/8/layout/vList2"/>
    <dgm:cxn modelId="{9274CA4C-5324-CA44-8545-39FABC480A18}" type="presParOf" srcId="{F5536C58-2C85-9E4B-BC1B-C093471E7EC3}" destId="{15367BDB-ED6C-404E-82B1-48A75CB727E7}" srcOrd="1" destOrd="0" presId="urn:microsoft.com/office/officeart/2005/8/layout/vList2"/>
    <dgm:cxn modelId="{0CBF5A6B-8F3E-334A-8389-1FF430D8DC38}" type="presParOf" srcId="{F5536C58-2C85-9E4B-BC1B-C093471E7EC3}" destId="{E580E95C-0FBC-C643-80B2-81A16517AFF8}" srcOrd="2" destOrd="0" presId="urn:microsoft.com/office/officeart/2005/8/layout/vList2"/>
    <dgm:cxn modelId="{4827FBC8-5D7B-A040-9E77-E6669B8BBA7B}" type="presParOf" srcId="{F5536C58-2C85-9E4B-BC1B-C093471E7EC3}" destId="{31041C2F-FD00-9E42-A6E3-DA43442BFD6E}" srcOrd="3" destOrd="0" presId="urn:microsoft.com/office/officeart/2005/8/layout/vList2"/>
    <dgm:cxn modelId="{96EEB082-C21C-4940-83BE-6247F8EBAB10}" type="presParOf" srcId="{F5536C58-2C85-9E4B-BC1B-C093471E7EC3}" destId="{5661F8B8-4A0D-D242-88A6-1AF8B067924F}" srcOrd="4" destOrd="0" presId="urn:microsoft.com/office/officeart/2005/8/layout/vList2"/>
    <dgm:cxn modelId="{FF04CF64-D129-4D4A-BA75-4BEB0D302EFE}" type="presParOf" srcId="{F5536C58-2C85-9E4B-BC1B-C093471E7EC3}" destId="{17A1D28B-801A-2C40-9FEE-85E1E643D599}" srcOrd="5" destOrd="0" presId="urn:microsoft.com/office/officeart/2005/8/layout/vList2"/>
    <dgm:cxn modelId="{AC940C4D-9428-E749-BA26-FC344BFFE3D5}" type="presParOf" srcId="{F5536C58-2C85-9E4B-BC1B-C093471E7EC3}" destId="{863786F5-84D9-404F-8467-6F25F0C532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C5A18-92F2-2645-AB50-3BC4FCD81066}">
      <dsp:nvSpPr>
        <dsp:cNvPr id="0" name=""/>
        <dsp:cNvSpPr/>
      </dsp:nvSpPr>
      <dsp:spPr>
        <a:xfrm>
          <a:off x="0" y="5098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Attendance Check-in: IClicker</a:t>
          </a:r>
        </a:p>
      </dsp:txBody>
      <dsp:txXfrm>
        <a:off x="39580" y="549435"/>
        <a:ext cx="6587673" cy="731650"/>
      </dsp:txXfrm>
    </dsp:sp>
    <dsp:sp modelId="{497D699D-9713-D246-9FDF-224CAEBC26E3}">
      <dsp:nvSpPr>
        <dsp:cNvPr id="0" name=""/>
        <dsp:cNvSpPr/>
      </dsp:nvSpPr>
      <dsp:spPr>
        <a:xfrm>
          <a:off x="0" y="14157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the course Brightspace page</a:t>
          </a:r>
        </a:p>
      </dsp:txBody>
      <dsp:txXfrm>
        <a:off x="39580" y="1455285"/>
        <a:ext cx="6587673" cy="731650"/>
      </dsp:txXfrm>
    </dsp:sp>
    <dsp:sp modelId="{E3E10C9D-7E9F-5949-A600-01ED2C3F018E}">
      <dsp:nvSpPr>
        <dsp:cNvPr id="0" name=""/>
        <dsp:cNvSpPr/>
      </dsp:nvSpPr>
      <dsp:spPr>
        <a:xfrm>
          <a:off x="0" y="23215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the lecture slides</a:t>
          </a:r>
        </a:p>
      </dsp:txBody>
      <dsp:txXfrm>
        <a:off x="39580" y="2361135"/>
        <a:ext cx="6587673" cy="731650"/>
      </dsp:txXfrm>
    </dsp:sp>
    <dsp:sp modelId="{C9633B71-F716-1B44-BA98-CDBA137E3BC7}">
      <dsp:nvSpPr>
        <dsp:cNvPr id="0" name=""/>
        <dsp:cNvSpPr/>
      </dsp:nvSpPr>
      <dsp:spPr>
        <a:xfrm>
          <a:off x="0" y="32274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Microsoft Copilot</a:t>
          </a:r>
        </a:p>
      </dsp:txBody>
      <dsp:txXfrm>
        <a:off x="39580" y="3266985"/>
        <a:ext cx="6587673" cy="731650"/>
      </dsp:txXfrm>
    </dsp:sp>
    <dsp:sp modelId="{5D9419C7-0647-EE46-92AF-6E0855028BF6}">
      <dsp:nvSpPr>
        <dsp:cNvPr id="0" name=""/>
        <dsp:cNvSpPr/>
      </dsp:nvSpPr>
      <dsp:spPr>
        <a:xfrm>
          <a:off x="0" y="41332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RStudio</a:t>
          </a:r>
        </a:p>
      </dsp:txBody>
      <dsp:txXfrm>
        <a:off x="39580" y="4172835"/>
        <a:ext cx="6587673" cy="731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E62A4-CDD9-A04E-AC78-1C2963A45315}">
      <dsp:nvSpPr>
        <dsp:cNvPr id="0" name=""/>
        <dsp:cNvSpPr/>
      </dsp:nvSpPr>
      <dsp:spPr>
        <a:xfrm>
          <a:off x="0" y="29444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next quiz – and the previous one if you didn’t and still have time.</a:t>
          </a:r>
        </a:p>
      </dsp:txBody>
      <dsp:txXfrm>
        <a:off x="56315" y="350755"/>
        <a:ext cx="6554203" cy="1040990"/>
      </dsp:txXfrm>
    </dsp:sp>
    <dsp:sp modelId="{E580E95C-0FBC-C643-80B2-81A16517AFF8}">
      <dsp:nvSpPr>
        <dsp:cNvPr id="0" name=""/>
        <dsp:cNvSpPr/>
      </dsp:nvSpPr>
      <dsp:spPr>
        <a:xfrm>
          <a:off x="0" y="153158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homework , if available.</a:t>
          </a:r>
        </a:p>
      </dsp:txBody>
      <dsp:txXfrm>
        <a:off x="56315" y="1587895"/>
        <a:ext cx="6554203" cy="1040990"/>
      </dsp:txXfrm>
    </dsp:sp>
    <dsp:sp modelId="{5661F8B8-4A0D-D242-88A6-1AF8B067924F}">
      <dsp:nvSpPr>
        <dsp:cNvPr id="0" name=""/>
        <dsp:cNvSpPr/>
      </dsp:nvSpPr>
      <dsp:spPr>
        <a:xfrm>
          <a:off x="0" y="276871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Listen to the podcast (before the beginning of each topic).</a:t>
          </a:r>
        </a:p>
      </dsp:txBody>
      <dsp:txXfrm>
        <a:off x="56315" y="2825034"/>
        <a:ext cx="6554203" cy="1040990"/>
      </dsp:txXfrm>
    </dsp:sp>
    <dsp:sp modelId="{863786F5-84D9-404F-8467-6F25F0C532F9}">
      <dsp:nvSpPr>
        <dsp:cNvPr id="0" name=""/>
        <dsp:cNvSpPr/>
      </dsp:nvSpPr>
      <dsp:spPr>
        <a:xfrm>
          <a:off x="0" y="400585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Check the lecture slides (before the beginning of each topic)</a:t>
          </a:r>
          <a:endParaRPr lang="en-US" sz="2900" kern="1200" dirty="0"/>
        </a:p>
      </dsp:txBody>
      <dsp:txXfrm>
        <a:off x="56315" y="4062174"/>
        <a:ext cx="6554203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0AAE-2512-5EFC-4F45-E4D7ACDFA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FFD93-F7A8-2FBF-060F-D85EEA850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78C6-B039-410D-0B9E-281C57E1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3799-EECB-E155-1C6E-5F1964C7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5BA8-7CB3-0D46-CAC6-75F6A243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6224-DD63-3C6A-9DC0-5AB07F63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39B5-3870-4EE0-0FDB-5E2FFB8FB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B5A7D-84F5-0640-9422-9057B578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7FE8-61DD-28FA-3775-C47BBDF0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D1E3-40E5-EFA1-19BE-5F88ED46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EDEB-CDE6-B05C-7F53-DCFD1035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A571E-2526-D3DC-A7B0-64FA5279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2F99-822C-14FD-6E26-5E460890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DAB7-C04C-67EE-D86B-6AC4A941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D11A-5B94-307C-44DD-3A24F59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79BF-A6FF-2A34-17BD-2A79E36B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F562-6843-203E-A90E-2219DFD78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EB045-EA08-E6A0-FFBC-E322B9026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4ECC-491D-EA9D-3D92-DAAE4622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98AD-E3D2-C2DB-DFE1-1B8B170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593F5-29FF-E8BA-5AE2-40B21F02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005A-7CB7-EE7E-02FA-8EFE4295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C1D5-FCE2-1D9F-1DF7-F77DF214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2A525-397A-EE65-18D1-C61F3DBE2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A9A2A-46CB-53C9-B2C0-F3AC902BE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84681-B087-0D26-A709-2D5A0848B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6E9C0-D612-9B92-7B4D-DB9DA887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39259-1718-DB54-16C3-9AD217E2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C1AE4-29D9-7C3F-8BE7-BB0A7B1C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7DB0-9A6A-1BB6-A5E3-E56BCADA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697B1-D965-619B-3924-6F778F90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FBFD-6357-460B-D47C-DEEAF7C6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5397A-239E-8F88-187A-EC7D92C7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9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F44F6-4F0C-DC4D-8333-911E4226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0E09C-53CA-D400-01B2-3100B346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98BE-EC94-D3AA-EFDA-BCF529F7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0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9E15-67DB-AA6B-7796-9517200A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5A4C-463E-5607-CB87-80764FAC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2DC72-6561-67B5-7A2A-89CD0D4B9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C2A9C-AE6A-CE38-78D4-7206A202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327BD-CD1D-9BFA-A3AC-5FED7802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DB89C-4A16-DA37-44C0-934FD5E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918F-9BF2-F1B3-BC41-AC8E9ED9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BA9E9-2102-395F-8616-E80E6C82C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95564-9788-72B9-FE19-6DCB1736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3A51C-7B9C-DE19-4FD6-DFEE33ED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0CBDB-EDEF-86BC-431F-DB9ECACF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BEC8-5F3B-D888-C8AB-A1E576EA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BB8-9327-4B99-DDF8-41CD5BBC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45395-70A1-5F18-90D9-EA0C2D050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54C6-40CF-FE23-67C0-671AA703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98EB6-66CA-24B7-56F6-0C5770F0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7DE4-6801-3509-9762-171E347B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A9F07-2CFB-BB7F-E437-CCE194795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6DE3D-D996-FA64-0656-CD758E146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C112-024A-9FD5-2267-C82274DF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F1ED3-D255-3C89-D1EB-BF7C46B3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865D2-C2FF-F197-E72B-6741150D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5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B9E57-3E8C-6D52-836B-47F9A9B2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EDED-5E94-7514-C6E3-07AD9DDC4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86777-DCD8-51B9-F5E4-3F9F029B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1B31C-EEE3-A640-94FA-933F5E27086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97FE-CE51-FEF7-07DF-36E3CFAEF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C266-8BC6-022E-8EDD-C76F9BE02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3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28F679C0-FC6B-BE2B-F4AE-58481751F8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DD424-B583-1E59-1424-FCC99F365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US" sz="5200" dirty="0">
                <a:solidFill>
                  <a:srgbClr val="FFFFFF"/>
                </a:solidFill>
              </a:rPr>
              <a:t>MGMT173 Data Mining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0BB2E-61B6-31F3-1085-33D093B34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Participation</a:t>
            </a:r>
          </a:p>
        </p:txBody>
      </p:sp>
    </p:spTree>
    <p:extLst>
      <p:ext uri="{BB962C8B-B14F-4D97-AF65-F5344CB8AC3E}">
        <p14:creationId xmlns:p14="http://schemas.microsoft.com/office/powerpoint/2010/main" val="159115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E0226-00D0-104F-3861-AF7414A8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Lecture routine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DC32AF-A05E-9B58-2B06-619BFC78D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0170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372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9B252-D7C2-F6FB-002B-C105678E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965E-07B9-9CEA-0A15-C73CE06F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DA56-AF54-CD80-3CBD-A425310B1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Generate the R code to load the flights and the airlines datasets from the nycflights13 package.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21572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42EC2-1ED1-A603-BC2B-E6C46879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408E82-A694-DE03-5B98-4FDF8108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313A7E-E5F8-CBCE-6D5E-38A266EE9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058093-DD09-94E0-8600-7BC879E48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883C71-E79D-5677-74FE-6ACF4E8FE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62FD82-A628-9292-0D8D-65BC49643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EFD2E9-FA05-110E-F665-A5A883843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5B22D3-5873-EE35-BBC1-8FF2A802B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9462E-79A3-AEF1-78FA-E0D03124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7002-48E8-4BF2-4CA4-B21F006F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How many rows and columns are in the flights dataset?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Select the correct answer.</a:t>
            </a:r>
          </a:p>
        </p:txBody>
      </p:sp>
    </p:spTree>
    <p:extLst>
      <p:ext uri="{BB962C8B-B14F-4D97-AF65-F5344CB8AC3E}">
        <p14:creationId xmlns:p14="http://schemas.microsoft.com/office/powerpoint/2010/main" val="425131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95391-FC27-C2DB-B979-4D0ED48F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F21A08-D898-A106-63A2-9FF63C0A6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F02532-F5C2-54CC-4548-496D7CBB6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6BB142-568F-BD9B-C9B9-12772F2D2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6545FF-7BC7-EB61-6296-2E2CA5763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78F6BA-B5DD-C29C-681B-02CFA9C88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DA6D185-62F8-BAEC-AE9C-DB2092F0E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22F3CE-2D6E-F052-7CD9-E6C85BF18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21010-D5D0-6649-8D68-7F4D0A69D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1633-652E-643C-7354-66B34E329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How many rows and columns there are in the airlines dataset?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Select the correct answer.</a:t>
            </a:r>
          </a:p>
        </p:txBody>
      </p:sp>
    </p:spTree>
    <p:extLst>
      <p:ext uri="{BB962C8B-B14F-4D97-AF65-F5344CB8AC3E}">
        <p14:creationId xmlns:p14="http://schemas.microsoft.com/office/powerpoint/2010/main" val="298986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650D5-A66C-1ED1-09AA-CC782036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F76A56-F7BA-156D-6C97-8AA5724F1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16A7BD-E206-48DD-37C0-9ADD4C780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DD45D3-CB87-50AB-C140-C5795757B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1EAD28-2F33-3098-467A-BF33BAE8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FD13EE-D062-E872-1884-12263A28A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262D71E-E0A9-588F-A550-D04D00D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D8BA7A-4505-2435-E274-F8D68D0FA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B5AD4-A792-2D1F-6C42-5CC4F1DA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D4078-D13D-BB6E-AF7B-0E8503D7C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Generate a new dataset that will attach airline names to flights. </a:t>
            </a:r>
          </a:p>
          <a:p>
            <a:pPr lvl="1"/>
            <a:r>
              <a:rPr lang="en-US" dirty="0"/>
              <a:t>How many rows and columns will this new dataset have?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Select the correct answer.</a:t>
            </a:r>
          </a:p>
        </p:txBody>
      </p:sp>
    </p:spTree>
    <p:extLst>
      <p:ext uri="{BB962C8B-B14F-4D97-AF65-F5344CB8AC3E}">
        <p14:creationId xmlns:p14="http://schemas.microsoft.com/office/powerpoint/2010/main" val="120828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2EF7C-103D-D8F5-9076-589D0428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06FE-0CE2-D3BD-E9CA-AF478D7A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Week routine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759C210-1BEF-0104-409D-7DB3FBB4A5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8888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40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</TotalTime>
  <Words>194</Words>
  <Application>Microsoft Macintosh PowerPoint</Application>
  <PresentationFormat>Widescreen</PresentationFormat>
  <Paragraphs>38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MGMT173 Data Mining Lab</vt:lpstr>
      <vt:lpstr>Lecture routine</vt:lpstr>
      <vt:lpstr>Participation</vt:lpstr>
      <vt:lpstr>Participation</vt:lpstr>
      <vt:lpstr>Participation</vt:lpstr>
      <vt:lpstr>Participation</vt:lpstr>
      <vt:lpstr>Week routine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Cordeiro Moreira</dc:creator>
  <cp:lastModifiedBy>Davi Cordeiro Moreira</cp:lastModifiedBy>
  <cp:revision>21</cp:revision>
  <dcterms:created xsi:type="dcterms:W3CDTF">2025-08-28T12:51:44Z</dcterms:created>
  <dcterms:modified xsi:type="dcterms:W3CDTF">2025-09-16T18:21:43Z</dcterms:modified>
</cp:coreProperties>
</file>